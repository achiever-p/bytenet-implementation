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26465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ByteNet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DADC"/>
                </a:solidFill>
              </a:rPr>
              <a:t>Rethinking Multimedia File Fragment Classification Through Visual Perspectives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C46A"/>
                </a:solidFill>
              </a:rPr>
              <a:t>A from-scratch PyTorch reproduction, trained end-to-end on real file fragments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365760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389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Payaldurga Paila (202351103)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B.Tech Computer Science, IIIT Vadodara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Original paper: Liu et al., IEEE TMM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What is File Fragment Classification?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57607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Storage &amp; network systems break files into fixed-size sectors/packets — a “fragment”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When metadata is missing (damaged drive, stripped packet header), you only have raw bytes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Goal: predict the file type — jpg? pdf? exe? — from a 512-byte chunk alone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Matters for digital forensics (recovering deleted/damaged files) and network security (inspecting traffic)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828800"/>
            <a:ext cx="4937760" cy="4114800"/>
          </a:xfrm>
          <a:prstGeom prst="rect">
            <a:avLst/>
          </a:prstGeom>
          <a:solidFill>
            <a:srgbClr val="F7F9F9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</a:rPr>
              <a:t>A fragment looks like this: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24231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D8 FF E0 00 10 4A 46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49 46 00 01 01 00 00 48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48 00 00 FF DB 00 43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00 08 06 06 07 06 05 08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4663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</a:rPr>
              <a:t>No filename. No extension. No header guarantee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</a:rPr>
              <a:t>(a fragment may come from the middle of a file).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KEY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Interbyte vs. Intrabyte 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</a:rPr>
              <a:t>Prior work: only interbyte relations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D3557"/>
                </a:solidFill>
              </a:rPr>
              <a:t>Treats a fragment as a 1D sequence; only learns relationships BETWEEN separate bytes.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D3557"/>
                </a:solidFill>
              </a:rPr>
              <a:t>Misses bit-level structure inside a byte.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</a:rPr>
              <a:t>ByteNet: interbyte + intrabyte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D3557"/>
                </a:solidFill>
              </a:rPr>
              <a:t>Bit-shifts each byte 7 times to expose the bits inside it too — critical for formats using variable-length codes (e.g. Huffman-coded JPEG DCT coefficients) whose patterns cross byte boundaries.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</a:rPr>
              <a:t>Byte 0xB4 = 10110100, shifted 7×: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377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10110100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7614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 = 01101001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1455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 = 11010010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52958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 = 10100101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9136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x4 = 01001011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2976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x5 = 10010110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6817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x6 = 00101101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50657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x7 = 01011010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55321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</a:rPr>
              <a:t>↑ each row = 1-bit shift of the row above (intrabyte)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</a:rPr>
              <a:t>↑ each column = 1-byte shift across the fragment (interbyte)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METHOD — PART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Byte2Image: Bytes → Grayscale Image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7F9F9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</a:rPr>
              <a:t>Bit-shift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D3557"/>
                </a:solidFill>
              </a:rPr>
              <a:t>Shift the Ns-byte fragment left 1 bit, 7 times → (Ns × 8) matrix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7F9F9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</a:rPr>
              <a:t>N-gram widen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2004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D3557"/>
                </a:solidFill>
              </a:rPr>
              <a:t>Group n consecutive rows, concatenate → (Ns−n+1) × 8n image (more square = CNN-friendly)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7F9F9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0574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</a:rPr>
              <a:t>Augment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2004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D3557"/>
                </a:solidFill>
              </a:rPr>
              <a:t>Flip / random-erase / mixup to diversify the fixed-size training set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</a:rPr>
              <a:t>Result: a fragment that used to be a flat byte string is now a 2D grayscale image that a CNN/Transformer can process — and both interbyte and intrabyte correlations survive the conversion.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METHOD — PART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ByteNet: Dual-Branch Classifier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A2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Byte Branch (BBFE)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Raw byte sequence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↓ single FC layer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memorizes “magic bytes”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(e.g. FFD8 → JPEG)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Image Branch (IBFE)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0233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Byte2Image output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↓ embedding layer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↓ 4 hierarchical stages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(ResNet OR PoolFormer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blocks + downsample)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↓ global average pool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77640" y="2423160"/>
            <a:ext cx="822960" cy="365760"/>
          </a:xfrm>
          <a:prstGeom prst="rightArrow">
            <a:avLst/>
          </a:prstGeom>
          <a:solidFill>
            <a:srgbClr val="6C757D"/>
          </a:solidFill>
          <a:ln/>
        </p:spPr>
      </p:sp>
      <p:sp>
        <p:nvSpPr>
          <p:cNvPr id="12" name="Shape 10"/>
          <p:cNvSpPr/>
          <p:nvPr/>
        </p:nvSpPr>
        <p:spPr>
          <a:xfrm>
            <a:off x="3977640" y="4434840"/>
            <a:ext cx="822960" cy="365760"/>
          </a:xfrm>
          <a:prstGeom prst="rightArrow">
            <a:avLst/>
          </a:prstGeom>
          <a:solidFill>
            <a:srgbClr val="6C757D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283464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26465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7492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Feature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Fusion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657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9C46A"/>
                </a:solidFill>
              </a:rPr>
              <a:t>concatenate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9C46A"/>
                </a:solidFill>
              </a:rPr>
              <a:t>shallow + deep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9C46A"/>
                </a:solidFill>
              </a:rPr>
              <a:t>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3703320"/>
            <a:ext cx="640080" cy="365760"/>
          </a:xfrm>
          <a:prstGeom prst="rightArrow">
            <a:avLst/>
          </a:prstGeom>
          <a:solidFill>
            <a:srgbClr val="6C757D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32004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E76F5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FC + Softmax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749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predicted file type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(class probabilities)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</a:rPr>
              <a:t>Two IBFE variants: ByteResNet (ResNet blocks) and ByteFormer (attention-free PoolFormer blocks, fewer params)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OUR REPRODUCTION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What We Actually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Re-implemented Byte2Image + ByteNet (both variants) in PyTorch, matching the paper's equations line-by-line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The paper's benchmarks (FFT-75, VFF-16) aren't downloadable offline — so we built our own REAL dataset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Carved 256-byte sectors from random offsets inside real files already on disk: .py, .json, .html, .png, .pdf, .gz, ELF binaries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2,240 real fragments, 7 classes, 80/20 train/test split — genuine classification signal, not synthetic noise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Trained + evaluated end-to-end on a single CPU core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SCOPE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What We Scaled Down (and Why)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93192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This reproduction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Sector size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256 bytes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512 / 4,096 bytes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Stage channels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[16, 32, 64, 128]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[64, 128, 256, 512]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Block depth / stage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2 (ResNet) / 6–18 (PoolFormer)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Dataset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2,240 real fragments, 7 classes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FFT-75 (75 × 102,400) / VFF-16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Epochs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16–60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Compute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1 CPU core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</a:rPr>
                        <a:t>2× NVIDIA RTX 3090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</a:rPr>
              <a:t>Architecture (branches, stages, fusion) is unchanged — only width/depth/data/compute are reduced so the pipeline trains in minutes on CPU.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Main Result: 73.4% Test Accuracy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92608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Test Acc.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Params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64653"/>
                          </a:solidFill>
                        </a:rPr>
                        <a:t>ByteResNet (full, dual-branch)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4653"/>
                          </a:solidFill>
                        </a:rPr>
                        <a:t>73.4%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4653"/>
                          </a:solidFill>
                        </a:rPr>
                        <a:t>489K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ByteFormer (full, dual-branch)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56.0%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186K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ByteResNet — byte branch only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30.8%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489K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ByteResNet — image branch only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75.4%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489K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ByteResNet, n-gram = 2 / 8 / 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73.2% / 72.5% / 72.1%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3557"/>
                          </a:solidFill>
                        </a:rPr>
                        <a:t>~489K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</a:rPr>
              <a:t>7-class random-guess baseline: 14.3%  →  73.4% is a &gt;5× improvement.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Training Curves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pic>
        <p:nvPicPr>
          <p:cNvPr id="5" name="Image 0" descr="figures/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10515600" cy="3822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</a:rPr>
              <a:t>ByteResNet (left, 16 epochs) converges faster per-epoch; ByteFormer (right, 60 epochs) needed far more epochs to approach a similar trend but still plateaus lower.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Confusion Matrix — Where Errors Happen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pic>
        <p:nvPicPr>
          <p:cNvPr id="5" name="Image 0" descr="figure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691640"/>
            <a:ext cx="4206240" cy="3858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210312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D3557"/>
                </a:solidFill>
              </a:rPr>
              <a:t>pdf ↔ png ↔ gz confusion is genuine, not a bug: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</a:rPr>
              <a:t>PDF embeds zlib/Flate-compressed streams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</a:rPr>
              <a:t>PNG uses zlib internally too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</a:rPr>
              <a:t>Their byte-level statistics genuinely overlap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</a:rPr>
              <a:t>Matches the paper's own Archive↔Published confusion (Fig. 7)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ABLATION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Which Branch Actually Matters?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pic>
        <p:nvPicPr>
          <p:cNvPr id="5" name="Image 0" descr="figures/ablation_bran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4937760" cy="3593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0" y="192024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D3557"/>
                </a:solidFill>
              </a:rPr>
              <a:t>Byte branch alone: 30.8% — barely better than guessing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D3557"/>
                </a:solidFill>
              </a:rPr>
              <a:t>Image branch alone: 75.4% — does almost all the work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D3557"/>
                </a:solidFill>
              </a:rPr>
              <a:t>Full dual-branch: 73.4% — comparable to image-only here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D3557"/>
                </a:solidFill>
              </a:rPr>
              <a:t>Matches the paper's own finding: image branch dominant, byte branch a smaller complementary signal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ABLATION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N-gram Order &amp; ByteResNet vs. ByteFormer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pic>
        <p:nvPicPr>
          <p:cNvPr id="5" name="Image 0" descr="figures/ngram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0"/>
            <a:ext cx="5577840" cy="4059936"/>
          </a:xfrm>
          <a:prstGeom prst="rect">
            <a:avLst/>
          </a:prstGeom>
        </p:spPr>
      </p:pic>
      <p:pic>
        <p:nvPicPr>
          <p:cNvPr id="6" name="Image 1" descr="figures/variant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577840" cy="40599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</a:rPr>
              <a:t>DISCUSSION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</a:rPr>
              <a:t>Where We Diverge From the Paper — Honestly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Image-only (75.4%) slightly beats full model (73.4%) — in the paper, full always wins. Likely cause: byte branch needs FFT-75-scale data (102K/class) to pay off; we have 320/class.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ByteFormer underperforms more sharply here (56% vs. 73%) even with 3.75× more epochs — patch tokenization plausibly needs more data than our 2,240-fragment corpus provides.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D3557"/>
                </a:solidFill>
              </a:rPr>
              <a:t>Absolute accuracy numbers aren't comparable to FFT-75/VFF-16 — different, much smaller dataset.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9377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i="1" dirty="0">
                <a:solidFill>
                  <a:srgbClr val="2A9D8F"/>
                </a:solidFill>
              </a:rPr>
              <a:t>Root cause for all three: dataset scale, not an incorrect implementation — every qualitative claim we could test (image-branch dominance, n-gram robustness, genuine compression-format confusion) reproduced correctly.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ByteNet Reproduction — Payaldurga Paila, IIIT Vadodara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</a:rPr>
              <a:t>Byte2Image + dual-branch ByteNet reproduced faithfully from the paper's equations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</a:rPr>
              <a:t>Trained end-to-end on a REAL, non-synthetic fragment dataset built from local files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</a:rPr>
              <a:t>73.4% test accuracy (7-class, vs. 14.3% baseline) with an 489K-parameter model on 1 CPU core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</a:rPr>
              <a:t>Core qualitative claims of the paper reproduced: image-branch dominance, n-gram robustness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</a:rPr>
              <a:t>Divergences reported honestly and traced to dataset scale, not implementation error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46A"/>
                </a:solidFill>
              </a:rPr>
              <a:t>Code: github.com/&lt;your-username&gt;/bytenet-implementation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2026-09-24T16:27:34Z</dcterms:created>
  <dcterms:modified xsi:type="dcterms:W3CDTF">2026-09-24T16:27:34Z</dcterms:modified>
</cp:coreProperties>
</file>